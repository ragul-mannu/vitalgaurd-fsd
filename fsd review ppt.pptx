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3" r:id="rId17"/>
    <p:sldId id="275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7643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AGENDA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1097280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Scope of This Review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8144" y="1700059"/>
            <a:ext cx="5029200" cy="3713907"/>
          </a:xfrm>
          <a:prstGeom prst="roundRect">
            <a:avLst>
              <a:gd name="adj" fmla="val 1778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371600" y="2130643"/>
            <a:ext cx="4572000" cy="2814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Requirements (Functional &amp; Non-Functional)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Detailed System Architecture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 Case &amp; ER Diagrams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Module Description &amp; Tech Stack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UI Design, Frontend &amp; Backend Build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Database &amp; API Integration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Progress (70%), Screenshots &amp; Challenges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Agenda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Review 1 &amp; 2  |  MERN Stack Project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REQUIREMENTS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Functional &amp; Non-Functional Requirements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73736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7160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Functional Requirements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371600" y="242316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▪User Registration &amp; Authentication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▪ Role-Based Access &amp; Dashboards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▪ Patient Record Management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▪ Health Data Monitoring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▪ AI-Based Health Assistance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▪ REST API &amp; CRUD Operations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▪ Alerts &amp; Notifications</a:t>
            </a:r>
          </a:p>
        </p:txBody>
      </p:sp>
      <p:sp>
        <p:nvSpPr>
          <p:cNvPr id="10" name="Shape 8"/>
          <p:cNvSpPr/>
          <p:nvPr/>
        </p:nvSpPr>
        <p:spPr>
          <a:xfrm>
            <a:off x="6400800" y="173736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Non-Functional Requirements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675120" y="242316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▪ Performance &amp; Responsiveness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▪ Security &amp; Data Privacy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▪ Scalability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▪ Reliability &amp; Availability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▪ User-Friendly Interface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▪ Modular &amp; Maintainable Architecture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Requirements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Review 1 &amp; 2  |  MERN Stack Project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ARCHITECTURE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System Architecture (Detailed)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0381" y="2410663"/>
            <a:ext cx="2113675" cy="1658417"/>
          </a:xfrm>
          <a:prstGeom prst="roundRect">
            <a:avLst>
              <a:gd name="adj" fmla="val 5000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80431" y="26346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CLIENT TIER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66595" y="3077833"/>
            <a:ext cx="26517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React.js</a:t>
            </a:r>
          </a:p>
          <a:p>
            <a:pPr algn="ctr"/>
            <a:r>
              <a:rPr lang="en-US" sz="11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Axios</a:t>
            </a:r>
          </a:p>
          <a:p>
            <a:pPr algn="ctr"/>
            <a:r>
              <a:rPr lang="en-US" sz="11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Responsive UI</a:t>
            </a:r>
          </a:p>
          <a:p>
            <a:pPr algn="ctr"/>
            <a:r>
              <a:rPr lang="en-US" sz="11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User Interaction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2703320" y="293522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⇄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09630" y="2455772"/>
            <a:ext cx="2274085" cy="1616199"/>
          </a:xfrm>
          <a:prstGeom prst="roundRect">
            <a:avLst>
              <a:gd name="adj" fmla="val 5000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227228" y="2540576"/>
            <a:ext cx="2274085" cy="3383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APPLICATION TIER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3252342" y="2963707"/>
            <a:ext cx="2274085" cy="930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Node.js + Express.js</a:t>
            </a:r>
          </a:p>
          <a:p>
            <a:pPr algn="ctr"/>
            <a:r>
              <a:rPr lang="en-US" sz="11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REST APIs</a:t>
            </a:r>
          </a:p>
          <a:p>
            <a:pPr algn="ctr"/>
            <a:r>
              <a:rPr lang="en-US" sz="11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Authentication</a:t>
            </a:r>
          </a:p>
          <a:p>
            <a:pPr algn="ctr"/>
            <a:r>
              <a:rPr lang="en-US" sz="11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Business Logic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8200362" y="3017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⇄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766707" y="2517325"/>
            <a:ext cx="2297533" cy="1554646"/>
          </a:xfrm>
          <a:prstGeom prst="roundRect">
            <a:avLst>
              <a:gd name="adj" fmla="val 5000"/>
            </a:avLst>
          </a:prstGeom>
          <a:solidFill>
            <a:srgbClr val="1B2A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89593" y="26640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DATA TIER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589593" y="3058705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MongoDB + Mongoose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Collections &amp; Schemas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1097280" y="457200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requests are sent to the Express backend through REST APIs. The backend manages authentication, business logic and database operations, while the AI service handles AI-based processing and returns results to the application.</a:t>
            </a:r>
            <a:r>
              <a:rPr lang="en-US" sz="1400" i="1" dirty="0">
                <a:solidFill>
                  <a:srgbClr val="3E5C5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Architecture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Review 1 &amp; 2  |  MERN Stack Project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2EAD1FFE-D6DA-7C3C-C10D-65102870CB27}"/>
              </a:ext>
            </a:extLst>
          </p:cNvPr>
          <p:cNvSpPr/>
          <p:nvPr/>
        </p:nvSpPr>
        <p:spPr>
          <a:xfrm>
            <a:off x="6080760" y="2453318"/>
            <a:ext cx="2137307" cy="1615762"/>
          </a:xfrm>
          <a:prstGeom prst="roundRect">
            <a:avLst>
              <a:gd name="adj" fmla="val 5000"/>
            </a:avLst>
          </a:prstGeom>
          <a:solidFill>
            <a:srgbClr val="028090"/>
          </a:solidFill>
          <a:ln/>
        </p:spPr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A012B3E5-95B6-9253-FC94-B7EF5DF0354F}"/>
              </a:ext>
            </a:extLst>
          </p:cNvPr>
          <p:cNvSpPr txBox="1"/>
          <p:nvPr/>
        </p:nvSpPr>
        <p:spPr>
          <a:xfrm>
            <a:off x="8178875" y="82336"/>
            <a:ext cx="2274085" cy="63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APPLICATION TIER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DAB2A9A2-AA2C-44D3-82A9-E0163F30D1C5}"/>
              </a:ext>
            </a:extLst>
          </p:cNvPr>
          <p:cNvSpPr txBox="1"/>
          <p:nvPr/>
        </p:nvSpPr>
        <p:spPr>
          <a:xfrm>
            <a:off x="8321040" y="361146"/>
            <a:ext cx="2274085" cy="930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Node.js + Express.js</a:t>
            </a:r>
          </a:p>
          <a:p>
            <a:pPr algn="ctr"/>
            <a:r>
              <a:rPr lang="en-US" sz="11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REST APIs</a:t>
            </a:r>
          </a:p>
          <a:p>
            <a:pPr algn="ctr"/>
            <a:r>
              <a:rPr lang="en-US" sz="11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Authentication</a:t>
            </a:r>
          </a:p>
          <a:p>
            <a:pPr algn="ctr"/>
            <a:r>
              <a:rPr lang="en-US" sz="11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Business Logic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33E527E3-6791-53C0-8110-31F113351C7D}"/>
              </a:ext>
            </a:extLst>
          </p:cNvPr>
          <p:cNvSpPr txBox="1"/>
          <p:nvPr/>
        </p:nvSpPr>
        <p:spPr>
          <a:xfrm>
            <a:off x="5450633" y="290786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⇄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F246074-F5DD-0D97-147A-81F8CA9D59A3}"/>
              </a:ext>
            </a:extLst>
          </p:cNvPr>
          <p:cNvSpPr txBox="1"/>
          <p:nvPr/>
        </p:nvSpPr>
        <p:spPr>
          <a:xfrm>
            <a:off x="6400800" y="2664028"/>
            <a:ext cx="1778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SERVICE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534F613-FBE4-6C90-C5A1-AA43A12F3C74}"/>
              </a:ext>
            </a:extLst>
          </p:cNvPr>
          <p:cNvSpPr txBox="1"/>
          <p:nvPr/>
        </p:nvSpPr>
        <p:spPr>
          <a:xfrm>
            <a:off x="6471069" y="3158153"/>
            <a:ext cx="143956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Processing</a:t>
            </a:r>
          </a:p>
          <a:p>
            <a:r>
              <a:rPr lang="en-US" sz="11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 Analysis</a:t>
            </a:r>
          </a:p>
          <a:p>
            <a:r>
              <a:rPr lang="en-US" sz="11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API Communication</a:t>
            </a:r>
            <a:endParaRPr lang="en-IN" sz="11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03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 CASE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Use Case Diagram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 Case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Review 1 &amp; 2  |  MERN Stack Project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3576F10-2D7C-C5D0-9BF4-18F216FDC5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04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ER DIAGRAM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ER Diagram / Database Design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ER Diagram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Review 1 &amp; 2  |  MERN Stack Project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2BDB43E-CDD2-324D-1220-EE8CEA1DD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05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MODULES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Module Description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2528617"/>
              </p:ext>
            </p:extLst>
          </p:nvPr>
        </p:nvGraphicFramePr>
        <p:xfrm>
          <a:off x="1097280" y="1691640"/>
          <a:ext cx="9966960" cy="31089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Module</a:t>
                      </a:r>
                      <a:endParaRPr lang="en-IN"/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Description</a:t>
                      </a:r>
                      <a:endParaRPr lang="en-IN"/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Key Functions</a:t>
                      </a:r>
                      <a:endParaRPr lang="en-IN"/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User Management</a:t>
                      </a:r>
                      <a:endParaRPr lang="en-IN"/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Registration, login &amp; role handling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Signup, Login, Authentication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Patient Management</a:t>
                      </a:r>
                      <a:endParaRPr lang="en-IN"/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Manage patient health information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Create, View, Update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Doctor Management</a:t>
                      </a:r>
                      <a:endParaRPr lang="en-IN"/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Monitor and manage patient records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View, Monitor, Manage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AI Health Service</a:t>
                      </a:r>
                      <a:endParaRPr lang="en-IN"/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AI-based health data processing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Analysis, Prediction, Results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Admin &amp; Notifications</a:t>
                      </a:r>
                      <a:endParaRPr lang="en-IN"/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System management and alerts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User Management, Alerts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Modules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Review 1 &amp; 2  |  MERN Stack Project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4C9A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C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Database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1B2A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Express.js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Framework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React.js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Library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77824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4C9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77824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C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77824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Environment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Tools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4434840"/>
            <a:ext cx="9966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(ODM)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&amp; bcrypt (auth/security)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(API testing)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(version control)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Code, npm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(HTTP client)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Design / Wireframes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7AFEF80-B554-2108-A6EA-E6C04BAFE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08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FRONTEND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Frontend Development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reusable and modular components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dashboards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Patient, Doctor &amp; Admin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health monitoring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real-time vital data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Charts and visualizations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health trends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 integration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Axios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and user-friendly UI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alerts and status indicators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Frontend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Review 1 &amp; 2  |  MERN Stack Project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09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BACKEND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Backend Development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1938528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+ Express.js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 with modular routes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MVC architecture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routes, controllers &amp; models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 authentication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protected APIs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validation &amp; error handling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 configuration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.env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APIs tested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Postman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Backend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Review 1 &amp; 2  |  MERN Stack Project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DATABASE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Database Integration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1200"/>
              </a:spcAft>
              <a:buSzPct val="100000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as the primary data store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Mongoose schemas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structured data management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and health data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stored and managed efficiently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CRUD operations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integrated with the backend APIs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data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for development and testing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and scalable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 design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Database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Review 1 &amp; 2  |  MERN Stack Project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API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API Development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7347667"/>
              </p:ext>
            </p:extLst>
          </p:nvPr>
        </p:nvGraphicFramePr>
        <p:xfrm>
          <a:off x="1097280" y="1691640"/>
          <a:ext cx="9966960" cy="3200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Method</a:t>
                      </a:r>
                      <a:endParaRPr lang="en-IN"/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Endpoint</a:t>
                      </a:r>
                      <a:endParaRPr lang="en-IN"/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Description</a:t>
                      </a:r>
                      <a:endParaRPr lang="en-IN"/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POST</a:t>
                      </a:r>
                      <a:endParaRPr lang="en-IN"/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/api/auth/register</a:t>
                      </a:r>
                      <a:endParaRPr lang="en-IN"/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Register a new user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POST</a:t>
                      </a:r>
                      <a:endParaRPr lang="en-IN"/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/api/auth/login</a:t>
                      </a:r>
                      <a:endParaRPr lang="en-IN"/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Authenticate user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GET</a:t>
                      </a:r>
                      <a:endParaRPr lang="en-IN"/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/api/patients</a:t>
                      </a:r>
                      <a:endParaRPr lang="en-IN"/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Retrieve patient data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GET</a:t>
                      </a:r>
                      <a:endParaRPr lang="en-IN"/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/api/vitals/:patientId</a:t>
                      </a:r>
                      <a:endParaRPr lang="en-IN"/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Retrieve patient vital history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POST</a:t>
                      </a:r>
                      <a:endParaRPr lang="en-IN"/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/api/vitals</a:t>
                      </a:r>
                      <a:endParaRPr lang="en-IN"/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Store new vital readings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GET</a:t>
                      </a:r>
                      <a:endParaRPr lang="en-IN"/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/api/alerts</a:t>
                      </a:r>
                      <a:endParaRPr lang="en-IN"/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Retrieve health alerts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API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Review 1 &amp; 2  |  MERN Stack Project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STATUS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Module-wise Implementation Status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8288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User Authentication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0" y="1883664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883664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149840" y="18288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100%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1097280" y="24505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Frontend UI (Core Screens)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0" y="2505456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505456"/>
            <a:ext cx="438912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149840" y="245059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80%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1097280" y="307238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Backend APIs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0" y="3127248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3127248"/>
            <a:ext cx="411480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149840" y="307238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75%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1097280" y="369417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Database Integration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72000" y="3749040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3749040"/>
            <a:ext cx="384048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149840" y="369417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70%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1097280" y="43159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Admin Module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572000" y="4370832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4370832"/>
            <a:ext cx="2743200" cy="27432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149840" y="431596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50%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1097280" y="49377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Notifications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572000" y="4992624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0" y="4992624"/>
            <a:ext cx="1645920" cy="27432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149840" y="49377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30%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Status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Review 1 &amp; 2  |  MERN Stack Project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13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SCREENSHOTS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Screenshots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Screenshots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Review 1 &amp; 2  |  MERN Stack Project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D7F1D6F-D2EA-EE5F-9452-17A65C1E3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14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CHALLENGES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Challenges Faced &amp; Solutions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553299"/>
              </p:ext>
            </p:extLst>
          </p:nvPr>
        </p:nvGraphicFramePr>
        <p:xfrm>
          <a:off x="1097280" y="1691640"/>
          <a:ext cx="9966960" cy="246888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Challenge</a:t>
                      </a:r>
                      <a:endParaRPr lang="en-IN"/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Solution Adopted</a:t>
                      </a:r>
                      <a:endParaRPr lang="en-IN"/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Frontend–backend API integration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Configured REST APIs and Axios communication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Real-time vital data synchronization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Implemented dynamic state updates and telemetry handling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Role-based dashboard management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Separated Patient, Doctor and Admin workflows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MongoDB data management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Used Mongoose schemas and CRUD operations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Challenges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Review 1 &amp; 2  |  MERN Stack Project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15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NEXT STEPS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Remaining Work &amp; Plan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Module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analytics features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 &amp; Health Alerts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Health Analysis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API, integration &amp; user testing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responsiveness and accessibility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the application and database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documentation and project demo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Next Steps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Review 1 &amp; 2  |  MERN Stack Project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16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NEXT STEPS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References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761337"/>
              </p:ext>
            </p:extLst>
          </p:nvPr>
        </p:nvGraphicFramePr>
        <p:xfrm>
          <a:off x="1097280" y="1691640"/>
          <a:ext cx="9966960" cy="22860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5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#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Reference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MongoDB, Express.js, React.js &amp; Node.js — Official Documentation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React &amp; Node.js — Official Documentation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Mongoose — Official Documentation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JWT &amp; Axios — Official Documentation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Next Steps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Review 1 &amp; 2  |  MERN Stack Project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926</Words>
  <Application>Microsoft Office PowerPoint</Application>
  <PresentationFormat>Widescreen</PresentationFormat>
  <Paragraphs>263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Cambria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Ragul M</cp:lastModifiedBy>
  <cp:revision>3</cp:revision>
  <dcterms:created xsi:type="dcterms:W3CDTF">2026-09-22T17:17:28Z</dcterms:created>
  <dcterms:modified xsi:type="dcterms:W3CDTF">2026-09-28T15:39:40Z</dcterms:modified>
</cp:coreProperties>
</file>